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746774a4-351b-47d1-a6cf-da545d43aef8}">
          <p14:sldIdLst>
            <p14:sldId id="256"/>
          </p14:sldIdLst>
        </p14:section>
        <p14:section name="Before and after" id="{0ffff77a-a7f3-58bb-39c9-9e73f7827863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services run on both hosts: Caddy publishes port 80 and forwards to the app on 8000 over the compose bridge network. The laptop adds a Firestore emulator; the VM uses real Cloud Firestore with the Firebase key mounted at run time as a secret. The app-data volume holds the market cache so restarts and new images don't lose it. The image is built once for amd64 and arm64 and pushed as v1; both hosts pull the same digest.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2 deployed by SSH-ing in and installing everything on the VM. Every deploy rebuilt the Python environment there and caused 60-90 seconds of 502 errors while the app started. Now the image is built once and pushed as v1; the deploy script pulls it and starts it, Caddy only takes traffic once the app's health check passes, and rollback is running the previous tag. The concrete problem it solved: one teammate's laptop had an old Brotli library that silently broke all Claude calls; with containers every machine runs the identical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Mahokshahvata · Milestone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image, two hosts: the container architecture</a:t>
            </a:r>
            <a:endParaRPr lang="en-US" sz="3200" dirty="0"/>
          </a:p>
        </p:txBody>
      </p:sp>
      <p:sp>
        <p:nvSpPr>
          <p:cNvPr id="3" name="registry"/>
          <p:cNvSpPr/>
          <p:nvPr/>
        </p:nvSpPr>
        <p:spPr>
          <a:xfrm>
            <a:off x="4041648" y="1097280"/>
            <a:ext cx="4114800" cy="96012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98448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46320" y="11612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Artifact Registry  ·  us-central1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app:v1  ·  digest sha256:656872e4…  (amd64 + arm64)</a:t>
            </a:r>
            <a:endParaRPr lang="en-US" sz="1400" dirty="0"/>
          </a:p>
        </p:txBody>
      </p:sp>
      <p:sp>
        <p:nvSpPr>
          <p:cNvPr id="6" name="Laptop host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7523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Laptop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   docker compose up --build</a:t>
            </a:r>
            <a:endParaRPr lang="en-US" sz="1500" dirty="0"/>
          </a:p>
        </p:txBody>
      </p:sp>
      <p:sp>
        <p:nvSpPr>
          <p:cNvPr id="10" name="Laptop network"/>
          <p:cNvSpPr/>
          <p:nvPr/>
        </p:nvSpPr>
        <p:spPr>
          <a:xfrm>
            <a:off x="640080" y="3246120"/>
            <a:ext cx="51206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77724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network: mahokshahvata_default (bridge)</a:t>
            </a:r>
            <a:endParaRPr lang="en-US" sz="1000" dirty="0"/>
          </a:p>
        </p:txBody>
      </p:sp>
      <p:sp>
        <p:nvSpPr>
          <p:cNvPr id="12" name="caddy"/>
          <p:cNvSpPr/>
          <p:nvPr/>
        </p:nvSpPr>
        <p:spPr>
          <a:xfrm>
            <a:off x="777240" y="3703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3B4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77240" y="370332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caddy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host :80 → :80</a:t>
            </a:r>
            <a:endParaRPr lang="en-US" sz="1300" dirty="0"/>
          </a:p>
        </p:txBody>
      </p:sp>
      <p:sp>
        <p:nvSpPr>
          <p:cNvPr id="14" name="app"/>
          <p:cNvSpPr/>
          <p:nvPr/>
        </p:nvSpPr>
        <p:spPr>
          <a:xfrm>
            <a:off x="2606040" y="3703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3B4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606040" y="370332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FastAPI :8000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+ market thread</a:t>
            </a:r>
            <a:endParaRPr lang="en-US" sz="1300" dirty="0"/>
          </a:p>
        </p:txBody>
      </p:sp>
      <p:sp>
        <p:nvSpPr>
          <p:cNvPr id="16" name="firestore"/>
          <p:cNvSpPr/>
          <p:nvPr/>
        </p:nvSpPr>
        <p:spPr>
          <a:xfrm>
            <a:off x="4434840" y="370332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5B7C8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34840" y="370332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firestore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emulator :8681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240280" y="4206240"/>
            <a:ext cx="365760" cy="914"/>
          </a:xfrm>
          <a:prstGeom prst="line">
            <a:avLst/>
          </a:prstGeom>
          <a:noFill/>
          <a:ln w="22225">
            <a:solidFill>
              <a:srgbClr val="12A38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069080" y="4206240"/>
            <a:ext cx="365760" cy="914"/>
          </a:xfrm>
          <a:prstGeom prst="line">
            <a:avLst/>
          </a:prstGeom>
          <a:noFill/>
          <a:ln w="22225">
            <a:solidFill>
              <a:srgbClr val="12A38F"/>
            </a:solidFill>
            <a:prstDash val="solid"/>
            <a:tailEnd type="triangle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4865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96696" y="521208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volume app-data → /data  (market cache, sentiment history)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6869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96696" y="553212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.env → env_file at run time (Claude key), never in the image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96696" y="585216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local test data only; nothing touches production</a:t>
            </a:r>
            <a:endParaRPr lang="en-US" sz="1100" dirty="0"/>
          </a:p>
        </p:txBody>
      </p:sp>
      <p:sp>
        <p:nvSpPr>
          <p:cNvPr id="26" name="GCP VM host"/>
          <p:cNvSpPr/>
          <p:nvPr/>
        </p:nvSpPr>
        <p:spPr>
          <a:xfrm>
            <a:off x="6245352" y="2514600"/>
            <a:ext cx="548640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28232" y="2651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275234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9516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GCP VM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   e2-micro · 34.122.164.209 (same as M2)</a:t>
            </a:r>
            <a:endParaRPr lang="en-US" sz="1500" dirty="0"/>
          </a:p>
        </p:txBody>
      </p:sp>
      <p:sp>
        <p:nvSpPr>
          <p:cNvPr id="30" name="GCP VM network"/>
          <p:cNvSpPr/>
          <p:nvPr/>
        </p:nvSpPr>
        <p:spPr>
          <a:xfrm>
            <a:off x="6428232" y="3246120"/>
            <a:ext cx="51206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1" name="Text 23"/>
          <p:cNvSpPr txBox="1"/>
          <p:nvPr/>
        </p:nvSpPr>
        <p:spPr>
          <a:xfrm>
            <a:off x="6565392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network: mahokshahvata_default (bridge)</a:t>
            </a:r>
            <a:endParaRPr lang="en-US" sz="1000" dirty="0"/>
          </a:p>
        </p:txBody>
      </p:sp>
      <p:sp>
        <p:nvSpPr>
          <p:cNvPr id="32" name="caddy"/>
          <p:cNvSpPr/>
          <p:nvPr/>
        </p:nvSpPr>
        <p:spPr>
          <a:xfrm>
            <a:off x="6629400" y="37033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0F3B4C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6629400" y="3703320"/>
            <a:ext cx="1600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caddy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host :80 → :80</a:t>
            </a:r>
            <a:endParaRPr lang="en-US" sz="1300" dirty="0"/>
          </a:p>
        </p:txBody>
      </p:sp>
      <p:sp>
        <p:nvSpPr>
          <p:cNvPr id="34" name="app"/>
          <p:cNvSpPr/>
          <p:nvPr/>
        </p:nvSpPr>
        <p:spPr>
          <a:xfrm>
            <a:off x="8686800" y="37033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0F3B4C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8686800" y="3703320"/>
            <a:ext cx="1600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FastAPI :8000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+ market thread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8229600" y="4206240"/>
            <a:ext cx="457200" cy="914"/>
          </a:xfrm>
          <a:prstGeom prst="line">
            <a:avLst/>
          </a:prstGeom>
          <a:noFill/>
          <a:ln w="22225">
            <a:solidFill>
              <a:srgbClr val="12A38F"/>
            </a:solidFill>
            <a:prstDash val="solid"/>
            <a:tailEnd type="triangle"/>
          </a:ln>
        </p:spPr>
      </p:sp>
      <p:sp>
        <p:nvSpPr>
          <p:cNvPr id="37" name="cloud firestore"/>
          <p:cNvSpPr/>
          <p:nvPr/>
        </p:nvSpPr>
        <p:spPr>
          <a:xfrm>
            <a:off x="10515600" y="3703320"/>
            <a:ext cx="1005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10515600" y="3703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Firestore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10287000" y="4206240"/>
            <a:ext cx="228600" cy="914"/>
          </a:xfrm>
          <a:prstGeom prst="line">
            <a:avLst/>
          </a:prstGeom>
          <a:noFill/>
          <a:ln w="22225">
            <a:solidFill>
              <a:srgbClr val="12A38F"/>
            </a:solidFill>
            <a:prstDash val="solid"/>
            <a:tailEnd type="triangle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5248656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784848" y="521208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volume app-data → /data  (seeded from the M2 cache)</a:t>
            </a:r>
            <a:endParaRPr lang="en-US" sz="11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5568696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784848" y="553212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firebase-admin.json → /run/secrets (uid 10001, mode 0400)</a:t>
            </a:r>
            <a:endParaRPr lang="en-US" sz="11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2" y="5888736"/>
            <a:ext cx="219456" cy="219456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6784848" y="585216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logs capped 3 × 10 MB per container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 flipH="1">
            <a:off x="3200400" y="1783080"/>
            <a:ext cx="841248" cy="731520"/>
          </a:xfrm>
          <a:prstGeom prst="line">
            <a:avLst/>
          </a:prstGeom>
          <a:noFill/>
          <a:ln w="22225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47" name="Text 36"/>
          <p:cNvSpPr txBox="1"/>
          <p:nvPr/>
        </p:nvSpPr>
        <p:spPr>
          <a:xfrm>
            <a:off x="201168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buildx --push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8156448" y="1783080"/>
            <a:ext cx="832104" cy="731520"/>
          </a:xfrm>
          <a:prstGeom prst="line">
            <a:avLst/>
          </a:prstGeom>
          <a:noFill/>
          <a:ln w="22225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49" name="Text 38"/>
          <p:cNvSpPr txBox="1"/>
          <p:nvPr/>
        </p:nvSpPr>
        <p:spPr>
          <a:xfrm>
            <a:off x="85039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compose pull v1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and after: from hand-built VM to one pulled image</a:t>
            </a:r>
            <a:endParaRPr lang="en-US" sz="3200" dirty="0"/>
          </a:p>
        </p:txBody>
      </p:sp>
      <p:sp>
        <p:nvSpPr>
          <p:cNvPr id="3" name="Milestone 2: manual VM setup"/>
          <p:cNvSpPr/>
          <p:nvPr/>
        </p:nvSpPr>
        <p:spPr>
          <a:xfrm>
            <a:off x="457200" y="114300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EEF4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44475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25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Milestone 2: manual VM setup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SSH in; apt install Caddy; install uv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 a venv and pip install on the e2-micro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Hand-write a systemd unit and a Caddyfile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Copy code with git archive; restart and wait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60–90 s of 502 errors after every deploy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laptop had its own Python setup</a:t>
            </a:r>
            <a:endParaRPr lang="en-US" sz="1600" dirty="0"/>
          </a:p>
        </p:txBody>
      </p:sp>
      <p:sp>
        <p:nvSpPr>
          <p:cNvPr id="8" name="Milestone 3: container deploy"/>
          <p:cNvSpPr/>
          <p:nvPr/>
        </p:nvSpPr>
        <p:spPr>
          <a:xfrm>
            <a:off x="6245352" y="114300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D9E7EA"/>
          </a:solidFill>
          <a:ln/>
        </p:spPr>
      </p:sp>
      <p:sp>
        <p:nvSpPr>
          <p:cNvPr id="9" name="Shape 6"/>
          <p:cNvSpPr/>
          <p:nvPr/>
        </p:nvSpPr>
        <p:spPr>
          <a:xfrm>
            <a:off x="6519672" y="13258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44475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9752" y="1325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Milestone 3: container deploy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19672" y="2011680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 once, push app:v1 (amd64 + arm64)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TAG=v1 ./deploy/docker_deploy.sh: pull + up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VM needs only Docker; no Python installed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Caddy waits for the app's health check: no 502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Roll back by running the previous tag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Laptop and VM run the same digest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572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command to deploy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3291840" y="4572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~2 min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pull to healthy on the VM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4572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133 MB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compressed pull (601 MB on disk)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8961120" y="4572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secrets baked into the image</a:t>
            </a:r>
            <a:endParaRPr lang="en-US" sz="3000" dirty="0"/>
          </a:p>
        </p:txBody>
      </p:sp>
      <p:sp>
        <p:nvSpPr>
          <p:cNvPr id="17" name="problem solved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3328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 solved: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outdated Brotli library on one laptop made every Claude call fail silently. Now every machine runs the same image, so that can't happen again.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hokshahvata Containers">
  <a:themeElements>
    <a:clrScheme name="Mahokshahvata Containers">
      <a:dk1>
        <a:srgbClr val="14232F"/>
      </a:dk1>
      <a:lt1>
        <a:srgbClr val="FFFFFF"/>
      </a:lt1>
      <a:dk2>
        <a:srgbClr val="0F3B4C"/>
      </a:dk2>
      <a:lt2>
        <a:srgbClr val="EEF4F5"/>
      </a:lt2>
      <a:accent1>
        <a:srgbClr val="0F3B4C"/>
      </a:accent1>
      <a:accent2>
        <a:srgbClr val="12A38F"/>
      </a:accent2>
      <a:accent3>
        <a:srgbClr val="F2A541"/>
      </a:accent3>
      <a:accent4>
        <a:srgbClr val="5B7C8A"/>
      </a:accent4>
      <a:accent5>
        <a:srgbClr val="D9E7EA"/>
      </a:accent5>
      <a:accent6>
        <a:srgbClr val="C2482F"/>
      </a:accent6>
      <a:hlink>
        <a:srgbClr val="12A38F"/>
      </a:hlink>
      <a:folHlink>
        <a:srgbClr val="5B7C8A"/>
      </a:folHlink>
    </a:clrScheme>
    <a:fontScheme name="Mahokshahvata Contain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3: Containerizing Mahokshahvata</dc:title>
  <dc:subject>PptxGenJS Presentation</dc:subject>
  <dc:creator>PptxGenJS</dc:creator>
  <cp:lastModifiedBy>PptxGenJS</cp:lastModifiedBy>
  <cp:revision>1</cp:revision>
  <dcterms:created xsi:type="dcterms:W3CDTF">2026-10-04T06:18:09Z</dcterms:created>
  <dcterms:modified xsi:type="dcterms:W3CDTF">2026-10-04T06:18:09Z</dcterms:modified>
</cp:coreProperties>
</file>