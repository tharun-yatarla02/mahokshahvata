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Budget: $50/month on the VM's project with alerts at 20%, 50% and 100% ($10/$25/$50), emailed to billing admins. The deploy script creates it before any billable resource. Firestore lives in a separate Firebase project on the free Spark plan with no billing attached.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Copied with gcloud: the committed code, the Firebase Admin key and .env (both chmod 600), and a one-time market snapshot. Installed on the VM: uv and Python 3.14, a systemd unit for uvicorn, Caddy on port 80, and swap. The firewall admits only the team's two /32 addresses on ports 80 and 22.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9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C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Cloud Compute Engine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Mahokshahvata paper-trading dashboard (FastAPI) moved from a laptop to one e2-micro VM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002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VM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984248"/>
            <a:ext cx="329184" cy="329184"/>
          </a:xfrm>
          <a:prstGeom prst="ellipse">
            <a:avLst/>
          </a:prstGeom>
          <a:solidFill>
            <a:srgbClr val="2B3A4A"/>
          </a:solidFill>
          <a:ln w="12700">
            <a:solidFill>
              <a:srgbClr val="2B3A4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984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19659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Long-running process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2203704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background thread keeps 3,000 stock quotes fresh. Cloud Run pauses it between requests; a VM keeps it running.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2B3A4A"/>
          </a:solidFill>
          <a:ln w="12700">
            <a:solidFill>
              <a:srgbClr val="2B3A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2679192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lift-and-shift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2916936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Python 3.14, same uvicorn command, same files. One script (deploy/gcp.sh) builds and ships it.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410712"/>
            <a:ext cx="329184" cy="329184"/>
          </a:xfrm>
          <a:prstGeom prst="ellipse">
            <a:avLst/>
          </a:prstGeom>
          <a:solidFill>
            <a:srgbClr val="2B3A4A"/>
          </a:solidFill>
          <a:ln w="12700">
            <a:solidFill>
              <a:srgbClr val="2B3A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" y="3392424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the free tier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" y="3630168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e2-micro + 20 GB disk in us-central1. The app uses ~330 MB of the 1 GB RAM, with 1 GB swap as headroom.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4123944"/>
            <a:ext cx="329184" cy="329184"/>
          </a:xfrm>
          <a:prstGeom prst="ellipse">
            <a:avLst/>
          </a:prstGeom>
          <a:solidFill>
            <a:srgbClr val="2B3A4A"/>
          </a:solidFill>
          <a:ln w="12700">
            <a:solidFill>
              <a:srgbClr val="2B3A4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32688" y="4105656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 Firestore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" y="4343400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move, accounts, portfolios and login history went to Firestore (Firebase, free plan) to add Google sign-in.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166360" y="1600200"/>
            <a:ext cx="3520440" cy="3063240"/>
          </a:xfrm>
          <a:prstGeom prst="roundRect">
            <a:avLst>
              <a:gd name="adj" fmla="val 2388"/>
            </a:avLst>
          </a:prstGeom>
          <a:solidFill>
            <a:srgbClr val="F1F5F8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94960" y="17556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alerts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5394960" y="20574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</a:t>
            </a:r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 month</a:t>
            </a:r>
            <a:endParaRPr lang="en-US" sz="3400" dirty="0"/>
          </a:p>
        </p:txBody>
      </p:sp>
      <p:sp>
        <p:nvSpPr>
          <p:cNvPr id="25" name="Text 23"/>
          <p:cNvSpPr txBox="1"/>
          <p:nvPr/>
        </p:nvSpPr>
        <p:spPr>
          <a:xfrm>
            <a:off x="5394960" y="263347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 project-262a2026-879b-4b49-88e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40680" y="3090672"/>
            <a:ext cx="2971800" cy="109728"/>
          </a:xfrm>
          <a:prstGeom prst="rect">
            <a:avLst/>
          </a:prstGeom>
          <a:solidFill>
            <a:srgbClr val="C9D3DC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40680" y="3090672"/>
            <a:ext cx="237744" cy="109728"/>
          </a:xfrm>
          <a:prstGeom prst="rect">
            <a:avLst/>
          </a:prstGeom>
          <a:solidFill>
            <a:srgbClr val="2F8F5B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52744" y="3063240"/>
            <a:ext cx="164592" cy="164592"/>
          </a:xfrm>
          <a:prstGeom prst="ellipse">
            <a:avLst/>
          </a:prstGeom>
          <a:solidFill>
            <a:srgbClr val="2F8F5B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760720" y="327355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44284" y="3063240"/>
            <a:ext cx="164592" cy="164592"/>
          </a:xfrm>
          <a:prstGeom prst="ellipse">
            <a:avLst/>
          </a:prstGeom>
          <a:solidFill>
            <a:srgbClr val="E2B43B"/>
          </a:solidFill>
          <a:ln w="12700">
            <a:solidFill>
              <a:srgbClr val="E2B43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52260" y="327355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330184" y="3063240"/>
            <a:ext cx="164592" cy="164592"/>
          </a:xfrm>
          <a:prstGeom prst="ellipse">
            <a:avLst/>
          </a:prstGeom>
          <a:solidFill>
            <a:srgbClr val="C94A3F"/>
          </a:solidFill>
          <a:ln w="12700">
            <a:solidFill>
              <a:srgbClr val="C94A3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138160" y="327355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40680" y="3602736"/>
            <a:ext cx="118872" cy="118872"/>
          </a:xfrm>
          <a:prstGeom prst="ellipse">
            <a:avLst/>
          </a:prstGeom>
          <a:solidFill>
            <a:srgbClr val="2F8F5B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650992" y="3566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  </a:t>
            </a:r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budget · email to billing admins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440680" y="3840480"/>
            <a:ext cx="118872" cy="118872"/>
          </a:xfrm>
          <a:prstGeom prst="ellipse">
            <a:avLst/>
          </a:prstGeom>
          <a:solidFill>
            <a:srgbClr val="E2B43B"/>
          </a:solidFill>
          <a:ln w="12700">
            <a:solidFill>
              <a:srgbClr val="E2B43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50992" y="380390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  </a:t>
            </a:r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of budget · email to billing admins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440680" y="4078224"/>
            <a:ext cx="118872" cy="118872"/>
          </a:xfrm>
          <a:prstGeom prst="ellipse">
            <a:avLst/>
          </a:prstGeom>
          <a:solidFill>
            <a:srgbClr val="C94A3F"/>
          </a:solidFill>
          <a:ln w="12700">
            <a:solidFill>
              <a:srgbClr val="C94A3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650992" y="404164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  </a:t>
            </a:r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 budget · email to billing admins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5394960" y="431596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≈ $4 / month (static IP $3.65; VM, disk and Firebase free). Budget is step 1 of deploy/gcp.sh, before firewall, IP and VM.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9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LIFT-AND-SHIFT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C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Laptop → VM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script, deploy/gcp.sh: budget → firewall → static IP → VM → copy → install → run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2011680" cy="2103120"/>
          </a:xfrm>
          <a:prstGeom prst="roundRect">
            <a:avLst>
              <a:gd name="adj" fmla="val 3636"/>
            </a:avLst>
          </a:prstGeom>
          <a:solidFill>
            <a:srgbClr val="2B3A4A"/>
          </a:solidFill>
          <a:ln w="12700">
            <a:solidFill>
              <a:srgbClr val="2B3A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691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 (macOS)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116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D8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Repo: api/, frontend/, momentum/, paper_trading/, …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D8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3.14 .venv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D8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uvicorn on localhost:8000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29260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copied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312724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8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.venv, *.db, logs, anything not committed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697480" y="15361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697480" y="1856232"/>
            <a:ext cx="256032" cy="256032"/>
          </a:xfrm>
          <a:prstGeom prst="ellipse">
            <a:avLst/>
          </a:prstGeom>
          <a:solidFill>
            <a:srgbClr val="E8913A"/>
          </a:solidFill>
          <a:ln w="12700">
            <a:solidFill>
              <a:srgbClr val="E891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697480" y="18562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182880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 code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201168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archive HEAD | ssh … tar -x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697480" y="2313432"/>
            <a:ext cx="256032" cy="256032"/>
          </a:xfrm>
          <a:prstGeom prst="ellipse">
            <a:avLst/>
          </a:prstGeom>
          <a:solidFill>
            <a:srgbClr val="E8913A"/>
          </a:solidFill>
          <a:ln w="12700">
            <a:solidFill>
              <a:srgbClr val="E891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697480" y="23134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228600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Admin key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246888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gcloud compute scp, chmod 600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697480" y="2770632"/>
            <a:ext cx="256032" cy="256032"/>
          </a:xfrm>
          <a:prstGeom prst="ellipse">
            <a:avLst/>
          </a:prstGeom>
          <a:solidFill>
            <a:srgbClr val="E8913A"/>
          </a:solidFill>
          <a:ln w="12700">
            <a:solidFill>
              <a:srgbClr val="E891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697480" y="27706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017520" y="274320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(API keys)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3017520" y="292608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gcloud compute scp, chmod 600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697480" y="3227832"/>
            <a:ext cx="256032" cy="256032"/>
          </a:xfrm>
          <a:prstGeom prst="ellipse">
            <a:avLst/>
          </a:prstGeom>
          <a:solidFill>
            <a:srgbClr val="E8913A"/>
          </a:solidFill>
          <a:ln w="12700">
            <a:solidFill>
              <a:srgbClr val="E8913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697480" y="32278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017520" y="320040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snapshot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017520" y="338328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market_cache.json, first deploy only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487168" y="2606040"/>
            <a:ext cx="182880" cy="0"/>
          </a:xfrm>
          <a:prstGeom prst="line">
            <a:avLst/>
          </a:prstGeom>
          <a:noFill/>
          <a:ln w="22225">
            <a:solidFill>
              <a:srgbClr val="5B6B7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138928" y="2606040"/>
            <a:ext cx="274320" cy="0"/>
          </a:xfrm>
          <a:prstGeom prst="line">
            <a:avLst/>
          </a:prstGeom>
          <a:noFill/>
          <a:ln w="22225">
            <a:solidFill>
              <a:srgbClr val="5B6B7A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440680" y="1554480"/>
            <a:ext cx="3246120" cy="2103120"/>
          </a:xfrm>
          <a:prstGeom prst="roundRect">
            <a:avLst>
              <a:gd name="adj" fmla="val 3478"/>
            </a:avLst>
          </a:prstGeom>
          <a:solidFill>
            <a:srgbClr val="2F8F5B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605272" y="16916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VM: mahokshahvata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605272" y="198424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3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e2-micro · us-central1-a · Ubuntu 24.04 · 20 GB disk · static IP 34.122.164.209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5605272" y="239572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605272" y="2596896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→ Python 3.14 + requirements.txt</a:t>
            </a:r>
            <a:endParaRPr lang="en-US" sz="9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systemd: uvicorn on 127.0.0.1:8000, 1 worker, auto-restart</a:t>
            </a:r>
            <a:endParaRPr lang="en-US" sz="9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Caddy reverse proxy :80 → :8000</a:t>
            </a:r>
            <a:endParaRPr lang="en-US" sz="9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GB swap file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57200" y="3931920"/>
            <a:ext cx="4681728" cy="868680"/>
          </a:xfrm>
          <a:prstGeom prst="roundRect">
            <a:avLst>
              <a:gd name="adj" fmla="val 8421"/>
            </a:avLst>
          </a:prstGeom>
          <a:solidFill>
            <a:srgbClr val="FBEFE4"/>
          </a:solidFill>
          <a:ln w="12700">
            <a:solidFill>
              <a:srgbClr val="F0D2B5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21792" y="402336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Firewall: team IPs only, never 0.0.0.0/0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621792" y="42702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mahokshahvata-web tcp:80 · mahokshahvata-ssh tcp:22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98.197.228.36/32, 98.198.85.161/32 · target tag mahokshahvata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open ssh/rdp/icmp rules removed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 flipV="1">
            <a:off x="5157216" y="3675888"/>
            <a:ext cx="603504" cy="530352"/>
          </a:xfrm>
          <a:prstGeom prst="line">
            <a:avLst/>
          </a:prstGeom>
          <a:noFill/>
          <a:ln w="22225">
            <a:solidFill>
              <a:srgbClr val="E8913A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5212080" y="438912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E89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 / :22 in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172200" y="393192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E3F0F3"/>
          </a:solidFill>
          <a:ln w="12700">
            <a:solidFill>
              <a:srgbClr val="B9DAE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09360" y="402336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Firestore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6309360" y="422452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project mahokshahvata-ae5f9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6309360" y="441655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Users, portfolios, trades, login history. VM connects out over HTTPS with the Admin key.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7424928" y="3675888"/>
            <a:ext cx="0" cy="246888"/>
          </a:xfrm>
          <a:prstGeom prst="line">
            <a:avLst/>
          </a:prstGeom>
          <a:noFill/>
          <a:ln w="22225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7498080" y="37033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out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Mahokshahvata: laptop to Google Cloud VM</dc:title>
  <dc:subject>PptxGenJS Presentation</dc:subject>
  <dc:creator>PptxGenJS</dc:creator>
  <cp:lastModifiedBy>PptxGenJS</cp:lastModifiedBy>
  <cp:revision>1</cp:revision>
  <dcterms:created xsi:type="dcterms:W3CDTF">2026-10-01T19:21:34Z</dcterms:created>
  <dcterms:modified xsi:type="dcterms:W3CDTF">2026-10-01T19:21:34Z</dcterms:modified>
</cp:coreProperties>
</file>