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</a:rPr>
              <a:t>Cloud platform: Google Cloud Compute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556070"/>
                </a:solidFill>
              </a:rPr>
              <a:t>Mahokshahvata paper-trading dashboard: FastAPI + SQLite, moved from a laptop to one 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A73E8"/>
                </a:solidFill>
              </a:rPr>
              <a:t>Why Compute Engine (a VM)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</a:rPr>
              <a:t>Stateful app, so a VM fits better than serverless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Accounts and portfolios live in SQLite files on local disk. Cloud Run wipes its disk on every restart, so that data would be lost.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</a:rPr>
              <a:t>Long-running background work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A market-data thread refreshes 3,000 stock quotes. Cloud Run pauses it between requests; a VM keeps it running.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</a:rPr>
              <a:t>True lift-and-shift: zero code changes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Same Python 3.14, same uvicorn command, same files. Just a new machine.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</a:rPr>
              <a:t>Cheapest option that works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e2-micro + 20 GB standard disk in us-central1 fall within GCP's free tier. The app uses ~330 MB of the 1 GB of RAM, plus 1 GB of swap as headroom.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554480"/>
            <a:ext cx="4663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</a:rPr>
              <a:t>Budget alerts (set before any resource)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057400"/>
            <a:ext cx="43891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Budget: $50 / month, scoped to this project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Created first, before the VM, IP or firewall existed</a:t>
            </a:r>
          </a:p>
        </p:txBody>
      </p:sp>
      <p:sp>
        <p:nvSpPr>
          <p:cNvPr id="9" name="Oval 8"/>
          <p:cNvSpPr/>
          <p:nvPr/>
        </p:nvSpPr>
        <p:spPr>
          <a:xfrm>
            <a:off x="7178040" y="2862072"/>
            <a:ext cx="201168" cy="201168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788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$10  (20% of budget): email alert to billing admins</a:t>
            </a:r>
          </a:p>
        </p:txBody>
      </p:sp>
      <p:sp>
        <p:nvSpPr>
          <p:cNvPr id="11" name="Oval 10"/>
          <p:cNvSpPr/>
          <p:nvPr/>
        </p:nvSpPr>
        <p:spPr>
          <a:xfrm>
            <a:off x="7178040" y="3364991"/>
            <a:ext cx="201168" cy="201168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29183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$25  (50% of budget): email alert to billing admins</a:t>
            </a:r>
          </a:p>
        </p:txBody>
      </p:sp>
      <p:sp>
        <p:nvSpPr>
          <p:cNvPr id="13" name="Oval 12"/>
          <p:cNvSpPr/>
          <p:nvPr/>
        </p:nvSpPr>
        <p:spPr>
          <a:xfrm>
            <a:off x="7178040" y="3867912"/>
            <a:ext cx="201168" cy="201168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794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$50  (100% of budget): email alert to billing admins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4617720"/>
            <a:ext cx="4663440" cy="178308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470915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</a:rPr>
              <a:t>Expected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5120640"/>
            <a:ext cx="4389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VM + disk: $0 (free tier)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Static external IP: ~$3.65 / month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</a:rPr>
              <a:t>Total ≈ $4 / month, far below the first $10 alert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</a:rPr>
              <a:t>Lift-and-shift: laptop → 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556070"/>
                </a:solidFill>
              </a:rPr>
              <a:t>One script (deploy/gcp.sh) does it all: budget → firewall → static IP → VM → copy → install →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291840" cy="4206240"/>
          </a:xfrm>
          <a:prstGeom prst="roundRect">
            <a:avLst>
              <a:gd name="adj" fmla="val 6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</a:rPr>
              <a:t>Laptop (macOS)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30175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Repo: api/, frontend/, momentum/,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paper_trading/, news_sentiment/, …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Python 3.14 .venv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uvicorn api.main:app --reload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localhost:8000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Not copied: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.venv, *.db, logs, secrets in 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60020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</a:rPr>
              <a:t>What was copied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310896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1. Committed code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   git archive HEAD | gcloud compute ssh … tar -x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2. .env (API keys)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   gcloud compute scp, chmod 600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3. Market snapshot (one-time seed)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   momentum/market_cache.json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VM-side data (SQLite users and portfolios) is never overwritten by a redeploy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00200"/>
            <a:ext cx="3749039" cy="4206240"/>
          </a:xfrm>
          <a:prstGeom prst="roundRect">
            <a:avLst>
              <a:gd name="adj" fmla="val 6000"/>
            </a:avLst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</a:rPr>
              <a:t>VM: mahokshahvata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03120"/>
            <a:ext cx="34747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e2-micro · us-central1-a · Ubuntu 24.04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20 GB pd-standard · static external IP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Installed: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• uv → Python 3.14 + requirements.txt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• systemd service (uvicorn on 127.0.0.1:8000, 1 worker, auto-restart)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• Caddy reverse proxy :80 → :8000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• 1 GB swap 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3703320"/>
            <a:ext cx="320040" cy="0"/>
          </a:xfrm>
          <a:prstGeom prst="line">
            <a:avLst/>
          </a:prstGeom>
          <a:ln w="381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3703320"/>
            <a:ext cx="320040" cy="0"/>
          </a:xfrm>
          <a:prstGeom prst="line">
            <a:avLst/>
          </a:prstGeom>
          <a:ln w="381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59436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035040"/>
            <a:ext cx="10789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</a:rPr>
              <a:t>Firewall: team IPs only, never 0.0.0.0/0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46520"/>
            <a:ext cx="107899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20640" y="605332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</a:rPr>
              <a:t>mahokshahvata-web  tcp:80  ·  mahokshahvata-ssh  tcp:22  ·  source 98.197.228.36/32  ·  target tag mahokshahvata  ·  default open rules (ssh/rdp/icmp) deleted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